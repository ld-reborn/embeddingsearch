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0E27B8-1093-44D1-96A6-E6B66E9EE6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1CB296-D163-45E0-8B44-465075B589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A5E816-C260-457C-86A6-3E1CE030AD1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presentation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an example presentation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5486400" y="2286000"/>
            <a:ext cx="2057400" cy="1143000"/>
          </a:xfrm>
          <a:prstGeom prst="star5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second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3382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Bullet point 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Bullet point 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Bullet point 3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486400" y="1143000"/>
            <a:ext cx="2057400" cy="1600200"/>
          </a:xfrm>
          <a:prstGeom prst="smileyFace">
            <a:avLst>
              <a:gd name="adj" fmla="val 9236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has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85800" y="3657600"/>
            <a:ext cx="3429000" cy="1600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Rectangle with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4800600" y="3200400"/>
            <a:ext cx="5029200" cy="242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2026-04-06T23:04:44Z</dcterms:created>
  <dc:creator/>
  <dc:description/>
  <dc:language>en-US</dc:language>
  <cp:lastModifiedBy/>
  <dcterms:modified xsi:type="dcterms:W3CDTF">2026-05-03T13:14:01Z</dcterms:modified>
  <cp:revision>2</cp:revision>
  <dc:subject/>
  <dc:title/>
</cp:coreProperties>
</file>